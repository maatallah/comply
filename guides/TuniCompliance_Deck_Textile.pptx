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2B3C"/>
                </a:solidFill>
                <a:latin typeface="Aptos"/>
              </a:defRPr>
            </a:pPr>
            <a:r>
              <a:t>TuniCompliance</a:t>
            </a:r>
          </a:p>
          <a:p>
            <a:pPr>
              <a:defRPr sz="2400">
                <a:solidFill>
                  <a:srgbClr val="222D32"/>
                </a:solidFill>
                <a:latin typeface="Aptos"/>
              </a:defRPr>
            </a:pPr>
            <a:r>
              <a:t>Suivi de conformité et de réglementation pour les PME textiles tunisiennes</a:t>
            </a:r>
          </a:p>
          <a:p>
            <a:pPr>
              <a:defRPr sz="2000">
                <a:solidFill>
                  <a:srgbClr val="1B998B"/>
                </a:solidFill>
                <a:latin typeface="Aptos"/>
              </a:defRPr>
            </a:pPr>
            <a:r>
              <a:t>Ne ratez plus aucune obligation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8288"/>
                </a:solidFill>
                <a:latin typeface="Aptos"/>
              </a:defRPr>
            </a:pPr>
            <a:r>
              <a:t>TuniCompliance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B3C"/>
                </a:solidFill>
                <a:latin typeface="Aptos"/>
              </a:defRPr>
            </a:pPr>
            <a:r>
              <a:t>Le problème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4630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La conformité textile est fragmentée entre autorités et audits acheteurs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Les échéances sont faciles à rater en période de pic de production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Les preuves sont dispersées entre RH, HSE et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8288"/>
                </a:solidFill>
                <a:latin typeface="Aptos"/>
              </a:defRPr>
            </a:pPr>
            <a:r>
              <a:t>TuniCompliance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B3C"/>
                </a:solidFill>
                <a:latin typeface="Aptos"/>
              </a:defRPr>
            </a:pPr>
            <a:r>
              <a:t>Le coût de la non-conformité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4630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Pénalités et retards de production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Constatations d’audit et pertes de contrats acheteurs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Temps perdu à rechercher les documents avant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8288"/>
                </a:solidFill>
                <a:latin typeface="Aptos"/>
              </a:defRPr>
            </a:pPr>
            <a:r>
              <a:t>TuniCompliance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B3C"/>
                </a:solidFill>
                <a:latin typeface="Aptos"/>
              </a:defRPr>
            </a:pPr>
            <a:r>
              <a:t>La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4630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Une plateforme unique pour suivre obligations, échéances et preuves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Rappels automatiques et responsabilité claire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Conçue pour les équipes textiles tunisiennes (FR/AR)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8288"/>
                </a:solidFill>
                <a:latin typeface="Aptos"/>
              </a:defRPr>
            </a:pPr>
            <a:r>
              <a:t>TuniCompliance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B3C"/>
                </a:solidFill>
                <a:latin typeface="Aptos"/>
              </a:defRPr>
            </a:pPr>
            <a:r>
              <a:t>Fonctionnement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4630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Sélection d’un pack textile (CNSS, sécurité, travail, audits)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Assigner les responsables par ligne, site ou département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Planifier les contrôles et téléverser les preuves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Suivre la préparation avant audits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8288"/>
                </a:solidFill>
                <a:latin typeface="Aptos"/>
              </a:defRPr>
            </a:pPr>
            <a:r>
              <a:t>TuniCompliance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B3C"/>
                </a:solidFill>
                <a:latin typeface="Aptos"/>
              </a:defRPr>
            </a:pPr>
            <a:r>
              <a:t>Modules clés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4630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Réglementations et obligations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Contrôles, vérifications et preuves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Échéances, alertes et scoring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Suivi d’audit et exigences acheteurs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8288"/>
                </a:solidFill>
                <a:latin typeface="Aptos"/>
              </a:defRPr>
            </a:pPr>
            <a:r>
              <a:t>TuniCompliance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B3C"/>
                </a:solidFill>
                <a:latin typeface="Aptos"/>
              </a:defRPr>
            </a:pPr>
            <a:r>
              <a:t>Valeur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4630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Moins d’échéances ratées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Préparation aux audits plus rapide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Responsabilité claire par responsable et par site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Temps gagné pour RH et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8288"/>
                </a:solidFill>
                <a:latin typeface="Aptos"/>
              </a:defRPr>
            </a:pPr>
            <a:r>
              <a:t>TuniCompliance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B3C"/>
                </a:solidFill>
                <a:latin typeface="Aptos"/>
              </a:defRPr>
            </a:pPr>
            <a:r>
              <a:t>Différenciation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4630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Focus conformité tunisienne pour usines de confection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Interface bilingue (FR/AR)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Mise en place légère, croissance modulaire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UX pensée pour les PME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8288"/>
                </a:solidFill>
                <a:latin typeface="Aptos"/>
              </a:defRPr>
            </a:pPr>
            <a:r>
              <a:t>TuniCompliance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B3C"/>
                </a:solidFill>
                <a:latin typeface="Aptos"/>
              </a:defRPr>
            </a:pPr>
            <a:r>
              <a:t>Confiance et sécurité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4630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Contrôle d’accès par rôles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Suivi des preuves adapté aux audits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Données dans PostgreSQL avec sauvegardes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Déploiement aligné avec la souveraineté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8288"/>
                </a:solidFill>
                <a:latin typeface="Aptos"/>
              </a:defRPr>
            </a:pPr>
            <a:r>
              <a:t>TuniCompliance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B3C"/>
                </a:solidFill>
                <a:latin typeface="Aptos"/>
              </a:defRPr>
            </a:pPr>
            <a:r>
              <a:t>Options de déploiement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4630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Docker local pour les pilotes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Hébergement cloud (Tunisie ou UE)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Modèle hybride si requis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8288"/>
                </a:solidFill>
                <a:latin typeface="Aptos"/>
              </a:defRPr>
            </a:pPr>
            <a:r>
              <a:t>TuniCompliance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B3C"/>
                </a:solidFill>
                <a:latin typeface="Aptos"/>
              </a:defRPr>
            </a:pPr>
            <a:r>
              <a:t>Roadmap (macro)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4630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Étendre la couverture réglementaire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Reporting avancé et tableaux de bord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Intégrations paie/comptabilité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Automatisation des workflows et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8288"/>
                </a:solidFill>
                <a:latin typeface="Aptos"/>
              </a:defRPr>
            </a:pPr>
            <a:r>
              <a:t>TuniCompliance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B2B3C"/>
                </a:solidFill>
                <a:latin typeface="Aptos"/>
              </a:defRPr>
            </a:pPr>
            <a:r>
              <a:t>Appel à l’action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46304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Pilote sur une usine ou un atelier de couture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Importer un pack réglementaire initial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Définir critères de succès et responsables</a:t>
            </a:r>
          </a:p>
          <a:p>
            <a:pPr>
              <a:spcAft>
                <a:spcPts val="600"/>
              </a:spcAft>
              <a:defRPr sz="2200">
                <a:solidFill>
                  <a:srgbClr val="222D32"/>
                </a:solidFill>
                <a:latin typeface="Aptos"/>
              </a:defRPr>
            </a:pPr>
            <a:r>
              <a:t>Lancer sous 30–60 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8288"/>
                </a:solidFill>
                <a:latin typeface="Aptos"/>
              </a:defRPr>
            </a:pPr>
            <a:r>
              <a:t>TuniCompliance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